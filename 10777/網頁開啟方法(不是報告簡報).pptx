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7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50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412776"/>
            <a:ext cx="2236068" cy="867947"/>
          </a:xfrm>
        </p:spPr>
      </p:pic>
      <p:sp>
        <p:nvSpPr>
          <p:cNvPr id="5" name="文字方塊 4"/>
          <p:cNvSpPr txBox="1"/>
          <p:nvPr/>
        </p:nvSpPr>
        <p:spPr>
          <a:xfrm>
            <a:off x="1043608" y="692696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紅線</a:t>
            </a:r>
            <a:r>
              <a:rPr lang="en-US" altLang="zh-TW" dirty="0" smtClean="0"/>
              <a:t>(app.py)</a:t>
            </a:r>
            <a:r>
              <a:rPr lang="zh-TW" altLang="en-US" dirty="0" smtClean="0"/>
              <a:t>為後台審核網頁</a:t>
            </a:r>
            <a:endParaRPr lang="en-US" altLang="zh-TW" dirty="0" smtClean="0"/>
          </a:p>
          <a:p>
            <a:r>
              <a:rPr lang="zh-TW" altLang="en-US" dirty="0"/>
              <a:t>藍</a:t>
            </a:r>
            <a:r>
              <a:rPr lang="zh-TW" altLang="en-US" dirty="0" smtClean="0"/>
              <a:t>線</a:t>
            </a:r>
            <a:r>
              <a:rPr lang="en-US" altLang="zh-TW" dirty="0" smtClean="0"/>
              <a:t>(buyer.py)</a:t>
            </a:r>
            <a:r>
              <a:rPr lang="zh-TW" altLang="en-US" dirty="0" smtClean="0"/>
              <a:t>為買家申請網頁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043608" y="2420888"/>
            <a:ext cx="741682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開啟方法</a:t>
            </a:r>
            <a:r>
              <a:rPr lang="en-US" altLang="zh-TW" dirty="0" smtClean="0"/>
              <a:t>:</a:t>
            </a:r>
            <a:r>
              <a:rPr lang="zh-TW" altLang="en-US" dirty="0" smtClean="0"/>
              <a:t>均使用</a:t>
            </a:r>
            <a:r>
              <a:rPr lang="en-US" altLang="zh-TW" dirty="0" err="1" smtClean="0"/>
              <a:t>Vscode</a:t>
            </a:r>
            <a:r>
              <a:rPr lang="en-US" altLang="zh-TW" sz="1400" dirty="0" smtClean="0"/>
              <a:t/>
            </a:r>
            <a:br>
              <a:rPr lang="en-US" altLang="zh-TW" sz="1400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/>
              <a:t>後台審核</a:t>
            </a:r>
            <a:r>
              <a:rPr lang="zh-TW" altLang="en-US" dirty="0" smtClean="0"/>
              <a:t>網頁</a:t>
            </a:r>
            <a:r>
              <a:rPr lang="en-US" altLang="zh-TW" dirty="0" smtClean="0"/>
              <a:t>(</a:t>
            </a:r>
            <a:r>
              <a:rPr lang="en-US" altLang="zh-TW" dirty="0"/>
              <a:t>app.py) 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在程式碼裡的終端機輸入</a:t>
            </a:r>
            <a:r>
              <a:rPr lang="en-US" altLang="zh-TW" dirty="0" err="1" smtClean="0"/>
              <a:t>streamlit</a:t>
            </a:r>
            <a:r>
              <a:rPr lang="en-US" altLang="zh-TW" dirty="0" smtClean="0"/>
              <a:t> </a:t>
            </a:r>
            <a:r>
              <a:rPr lang="en-US" altLang="zh-TW" dirty="0"/>
              <a:t>run app.py --</a:t>
            </a:r>
            <a:r>
              <a:rPr lang="en-US" altLang="zh-TW" dirty="0" err="1"/>
              <a:t>server.port</a:t>
            </a:r>
            <a:r>
              <a:rPr lang="en-US" altLang="zh-TW" dirty="0"/>
              <a:t> </a:t>
            </a:r>
            <a:r>
              <a:rPr lang="en-US" altLang="zh-TW" dirty="0" smtClean="0"/>
              <a:t>8501</a:t>
            </a:r>
            <a:br>
              <a:rPr lang="en-US" altLang="zh-TW" dirty="0" smtClean="0"/>
            </a:br>
            <a:r>
              <a:rPr lang="zh-TW" altLang="en-US" dirty="0" smtClean="0"/>
              <a:t>瀏覽器</a:t>
            </a:r>
            <a:r>
              <a:rPr lang="zh-TW" altLang="en-US" dirty="0"/>
              <a:t>網頁</a:t>
            </a:r>
            <a:r>
              <a:rPr lang="en-US" altLang="zh-TW" dirty="0">
                <a:hlinkClick r:id="rId3" tooltip="http://localhost:8501/"/>
              </a:rPr>
              <a:t>http://localhost:8501</a:t>
            </a:r>
            <a:r>
              <a:rPr lang="en-US" altLang="zh-TW" dirty="0" smtClean="0">
                <a:hlinkClick r:id="rId3" tooltip="http://localhost:8501/"/>
              </a:rPr>
              <a:t>/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/>
              <a:t>買家申請</a:t>
            </a:r>
            <a:r>
              <a:rPr lang="zh-TW" altLang="en-US" dirty="0" smtClean="0"/>
              <a:t>網頁</a:t>
            </a:r>
            <a:r>
              <a:rPr lang="en-US" altLang="zh-TW" dirty="0" smtClean="0"/>
              <a:t>(</a:t>
            </a:r>
            <a:r>
              <a:rPr lang="en-US" altLang="zh-TW" dirty="0"/>
              <a:t>buyer.py</a:t>
            </a:r>
            <a:r>
              <a:rPr lang="en-US" altLang="zh-TW" dirty="0" smtClean="0"/>
              <a:t>) 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在程式碼裡的終端機輸入</a:t>
            </a:r>
            <a:r>
              <a:rPr lang="en-US" altLang="zh-TW" dirty="0" err="1"/>
              <a:t>streamlit</a:t>
            </a:r>
            <a:r>
              <a:rPr lang="en-US" altLang="zh-TW" dirty="0"/>
              <a:t> run app.py --</a:t>
            </a:r>
            <a:r>
              <a:rPr lang="en-US" altLang="zh-TW" dirty="0" err="1"/>
              <a:t>server.port</a:t>
            </a:r>
            <a:r>
              <a:rPr lang="en-US" altLang="zh-TW" dirty="0"/>
              <a:t> </a:t>
            </a:r>
            <a:r>
              <a:rPr lang="en-US" altLang="zh-TW" dirty="0" smtClean="0"/>
              <a:t>8502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瀏覽器網頁</a:t>
            </a:r>
            <a:r>
              <a:rPr lang="en-US" altLang="zh-TW" dirty="0">
                <a:hlinkClick r:id="rId3" tooltip="http://localhost:8501/"/>
              </a:rPr>
              <a:t>http://</a:t>
            </a:r>
            <a:r>
              <a:rPr lang="en-US" altLang="zh-TW" dirty="0" smtClean="0">
                <a:hlinkClick r:id="rId3" tooltip="http://localhost:8501/"/>
              </a:rPr>
              <a:t>localhost:8502/</a:t>
            </a:r>
            <a:endParaRPr lang="en-US" altLang="zh-TW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43608" y="5373216"/>
            <a:ext cx="36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/>
              <a:t>備註</a:t>
            </a:r>
            <a:r>
              <a:rPr lang="en-US" altLang="zh-TW" b="1" dirty="0" smtClean="0"/>
              <a:t>:</a:t>
            </a:r>
            <a:r>
              <a:rPr lang="zh-TW" altLang="en-US" b="1" dirty="0" smtClean="0"/>
              <a:t>後台審核網頁開啟後須先至系統設定選項輸入</a:t>
            </a:r>
            <a:r>
              <a:rPr lang="zh-TW" altLang="en-US" b="1" dirty="0"/>
              <a:t>應用程式密碼 </a:t>
            </a:r>
            <a:r>
              <a:rPr lang="en-US" altLang="zh-TW" b="1" dirty="0" err="1"/>
              <a:t>dfzu</a:t>
            </a:r>
            <a:r>
              <a:rPr lang="en-US" altLang="zh-TW" b="1" dirty="0"/>
              <a:t> </a:t>
            </a:r>
            <a:r>
              <a:rPr lang="en-US" altLang="zh-TW" b="1" dirty="0" err="1"/>
              <a:t>pmcn</a:t>
            </a:r>
            <a:r>
              <a:rPr lang="en-US" altLang="zh-TW" b="1" dirty="0"/>
              <a:t> </a:t>
            </a:r>
            <a:r>
              <a:rPr lang="en-US" altLang="zh-TW" b="1" dirty="0" err="1"/>
              <a:t>czez</a:t>
            </a:r>
            <a:r>
              <a:rPr lang="en-US" altLang="zh-TW" b="1" dirty="0"/>
              <a:t> </a:t>
            </a:r>
            <a:r>
              <a:rPr lang="en-US" altLang="zh-TW" b="1" dirty="0" err="1"/>
              <a:t>snlv</a:t>
            </a:r>
            <a:endParaRPr lang="zh-TW" altLang="en-US" b="1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232419"/>
            <a:ext cx="4018582" cy="12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91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</Words>
  <Application>Microsoft Office PowerPoint</Application>
  <PresentationFormat>如螢幕大小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柏瑜陳</dc:creator>
  <cp:lastModifiedBy>user</cp:lastModifiedBy>
  <cp:revision>2</cp:revision>
  <dcterms:created xsi:type="dcterms:W3CDTF">2026-10-14T16:00:16Z</dcterms:created>
  <dcterms:modified xsi:type="dcterms:W3CDTF">2026-10-14T16:17:14Z</dcterms:modified>
</cp:coreProperties>
</file>